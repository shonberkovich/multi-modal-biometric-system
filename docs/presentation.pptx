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Biometric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Face, Voice &amp; Palmprint for Identity Verification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09648" y="19659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A4B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09648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09648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07128" y="19659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A4B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07128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♫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07128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04608" y="19659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A4B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04608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04608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Palmprint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108960" y="32461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94960" y="32461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80960" y="32461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966960" y="32461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6696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133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 of this project's fusion pipeline (not from the reviewed paper).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7091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20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48280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paper: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"Mobile Contactless Palmprint Recognition: Use of Multiscale, Multimodel Embeddings"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Grosz, Godbole &amp; Jain (2024) • arXiv:2401.08111 • arxiv.org/abs/2401.08111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שון ברקוביץ</a:t>
            </a:r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(Shon Berkovich)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Experiments &amp;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biometric methods was benchmarked on 500 real genuine/impostor pairs from a real, automatically-downloaded public dataset (backend/benchmarks/eval_*.py).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2148840"/>
                <a:gridCol w="2148840"/>
              </a:tblGrid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LFW (sklearn)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VoxCeleb1 test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CASIA-style palmprint ROIs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ASPset-510 (3D joints)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SOCOFing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Face, voice and fingerprint use real pretrained/purpose-built models; gait's near-chance score reflects a CNN-free pooling baseline on a diverse-action dataset (see benchmarks commit notes).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Reviewed Paper: Palm-ID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Grosz, Godbole &amp; Jain (2024) — Michigan State University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contactless palmprint methods use either global shape or local texture features — rarely both.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a Vision Transformer (global features) with a CNN (local features), add a palmprint enhancement module, then reduce dimensionality for a compact, mobile-ready template.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36576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3A4B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48840" y="3657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46634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3A4B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48840" y="4663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41605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3A4B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41605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23560" y="4160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516-byte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 of Palm-ID's pipeline, redrawn from the paper's description (not a copy of the paper's own figure).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600200"/>
            <a:ext cx="4709160" cy="868680"/>
          </a:xfrm>
          <a:prstGeom prst="roundRect">
            <a:avLst>
              <a:gd name="adj" fmla="val 10526"/>
            </a:avLst>
          </a:prstGeom>
          <a:solidFill>
            <a:srgbClr val="F3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6733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extraction 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651760"/>
            <a:ext cx="4709160" cy="868680"/>
          </a:xfrm>
          <a:prstGeom prst="roundRect">
            <a:avLst>
              <a:gd name="adj" fmla="val 10526"/>
            </a:avLst>
          </a:prstGeom>
          <a:solidFill>
            <a:srgbClr val="F3F5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24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516B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51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template size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703320"/>
            <a:ext cx="4709160" cy="868680"/>
          </a:xfrm>
          <a:prstGeom prst="roundRect">
            <a:avLst>
              <a:gd name="adj" fmla="val 10526"/>
            </a:avLst>
          </a:prstGeom>
          <a:solidFill>
            <a:srgbClr val="F3F5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37764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0.33ms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703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1:10,000 gallery search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Quotes from the Paper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3A4B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2704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“requiring just 18ms to extract a template of size 516 bytes”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3A4B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03580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“achieving a TAR of 98.06% at FAR=0.01% on a newly collected, time-separated dataset”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3A4B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54456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“Cross-database and time-separated evaluations demonstrate the robustness and practical applicability of the proposed method”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Grosz, Godbole &amp; Jain, 2024 (arXiv:2401.08111)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Experiment &amp; 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20-volunteer live enrollment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face/voice/palm/gait/fingerprint captures from volunteers, tracked live on the Dashboard page.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AI improvement: QA filter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08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Fast-rejects low-quality captures before heavy ML processing — Laplacian-variance blur detection for images, frame-energy SNR estimation for audio.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3F5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Strategies Compared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574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(2-of-3)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when one modality fails outright — the other two can still out-vote it.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Vector Fusion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V_fused = w₁·V_face + w₂·V_voice + w₃·V_palm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continuous score that degrades gracefully — even a mismatched modality only partially pulls the fused score down (verified in /verify/fusion testing).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Biometric System</dc:title>
  <dc:subject>PptxGenJS Presentation</dc:subject>
  <dc:creator>Shon Berkovich</dc:creator>
  <cp:lastModifiedBy>Shon Berkovich</cp:lastModifiedBy>
  <cp:revision>1</cp:revision>
  <dcterms:created xsi:type="dcterms:W3CDTF">2026-09-05T13:41:25Z</dcterms:created>
  <dcterms:modified xsi:type="dcterms:W3CDTF">2026-09-05T13:41:25Z</dcterms:modified>
</cp:coreProperties>
</file>